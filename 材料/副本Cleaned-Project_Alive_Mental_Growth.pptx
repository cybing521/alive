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61" r:id="rId5"/>
    <p:sldId id="258" r:id="rId6"/>
    <p:sldId id="259" r:id="rId7"/>
    <p:sldId id="260" r:id="rId8"/>
    <p:sldId id="267" r:id="rId9"/>
    <p:sldId id="262" r:id="rId10"/>
    <p:sldId id="264" r:id="rId11"/>
    <p:sldId id="268" r:id="rId12"/>
    <p:sldId id="265" r:id="rId13"/>
  </p:sldIdLst>
  <p:sldSz cx="17475200" cy="9753600"/>
  <p:notesSz cx="17475200" cy="9753600"/>
  <p:embeddedFontLst>
    <p:embeddedFont>
      <p:font typeface="Calibri" panose="020F0502020204030204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68" userDrawn="1">
          <p15:clr>
            <a:srgbClr val="A4A3A4"/>
          </p15:clr>
        </p15:guide>
        <p15:guide id="2" pos="24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57" d="100"/>
          <a:sy n="57" d="100"/>
        </p:scale>
        <p:origin x="-2482" y="-91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矩形 2"/>
          <p:cNvSpPr/>
          <p:nvPr/>
        </p:nvSpPr>
        <p:spPr>
          <a:xfrm>
            <a:off x="2905125" y="1564640"/>
            <a:ext cx="12025630" cy="935990"/>
          </a:xfrm>
          <a:prstGeom prst="rect">
            <a:avLst/>
          </a:prstGeom>
          <a:solidFill>
            <a:srgbClr val="F4F3E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表格</Application>
  <PresentationFormat>On-screen Show (4:3)</PresentationFormat>
  <Paragraphs>0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Arial</vt:lpstr>
      <vt:lpstr>宋体</vt:lpstr>
      <vt:lpstr>Wingdings</vt:lpstr>
      <vt:lpstr>Calibri</vt:lpstr>
      <vt:lpstr>微软雅黑</vt:lpstr>
      <vt:lpstr>汉仪旗黑</vt:lpstr>
      <vt:lpstr>宋体</vt:lpstr>
      <vt:lpstr>Arial Unicode MS</vt:lpstr>
      <vt:lpstr>宋体-简</vt:lpstr>
      <vt:lpstr>Theme 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dc:creator>root</dc:creator>
  <cp:lastModifiedBy>bobo</cp:lastModifiedBy>
  <cp:revision>3</cp:revision>
  <dcterms:created xsi:type="dcterms:W3CDTF">2025-12-31T00:15:30Z</dcterms:created>
  <dcterms:modified xsi:type="dcterms:W3CDTF">2025-12-31T00:15:30Z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2052-12.1.23152.23152</vt:lpwstr>
  </property>
  <property fmtid="{D5CDD505-2E9C-101B-9397-08002B2CF9AE}" pid="3" name="ICV">
    <vt:lpwstr>D4728749F0A74CFD226B54699915CDB1_43</vt:lpwstr>
  </property>
</Properties>
</file>